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Proyectos y Documentacion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Farmacia y Clinica  |  CENAM  |  SQA  |  Diagramas UML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Proyecto 1: Farmacia y Clinica (PHP)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Sistema web de gestion de farmacia y clinica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Desarrollado en PHP 8.2 + MariaDB + Apache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Desplegado en AWS EC2 (Amazon Linux 2023)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Modulos: Inventario, Compras, Ventas, Pacientes, Citas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Consultas, Usuarios, Permisos, Proveedores, Reportes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Seguridad: PDO prepared statements, bcrypt, sesiones versionadas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URL: http://44.212.210.226/clinica/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Proyecto 2: CENAM (Python/Streamlit)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Sistema de seguimiento de proyectos de red movil y fija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Claro Guatemala - 5 paises de Centroamerica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Tecnologias: Python 3.10+, Streamlit, Pandas, Plotly, SQLite, Docker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Funcionalidades: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Carga y procesamiento de bases SAP (.txt)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Consolidacion de 5 paises (GT, SV, HN, NI, CR)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Calculo de KPIs (presupuesto, estatus, carry over)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Dashboard interactivo con graficas Plotly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Generacion de reportes por proveedor (Excel)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Hoja LLENAR - SOLPED NUEVAS (86 columnas)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Desplegado en: AWS EC2 + Docker + Nginx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Analisis del Excel: TABLAS W44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Archivo de 25 MB con 10 hojas de calculo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Consolida datos de SAP para 5 paises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Logica de clasificacion de STATUS CAPEX: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1. Solped liberada? NO -&gt; SOLPED EN LIBERACION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2. Tiene pedido? NO -&gt; SOLPED EN COMPRAS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3. Pedido liberado? NO -&gt; PEDIDO ACTIVO - NO LIBERADO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4. Entregado a proveedor? NO -&gt; PEDIDO ACTIVO - NO ENTREGADO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5. Mercancia recibida? NO -&gt; PEDIDO ACTIVO - NO RECIBIDO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6. Recibido completo? SI -&gt; PEDIDO ACTIVO - RECIBIDO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7. Recibido parcial? SI -&gt; PARCIAL RECIBIDO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8. Entrada final? SI -&gt; RECIBIDO + ENTRADA FINAL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9. Se borro? SI -&gt; BORRADO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10 valores de STATUS CAPEX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Mejoras implementadas en CENAM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Seguridad (Prioridad 1):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Rate limiting por IP (10 intentos / 15 min)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Indices SQLite para rendimiento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Logging con rotacion a logs/app.log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Manejo de errores global (try/except)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Validacion de tamano de archivo (50 MB)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Variables de entorno para credenciales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Rendimiento (Prioridad 3):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TTL de 1 hora en cache de Streamlit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Infraestructura: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Nginx reverse proxy (HTTPS, gzip, cache)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Docker Compose actualizado con healthcheck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Archivo .env.example documentado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Diagramas UML generados (8)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1. Casos de Uso - Interacciones usuario-sistema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2. Componentes - Organizacion de modulos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3. Entidad/Relacion - Estructura de la BD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4. Clases - Estructura estatica del codigo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5. Secuencia - Interaccion en el tiempo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6. Estados - Ciclo de vida de un objeto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7. Actividades - Flujo de trabajo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8. Colaboracion - Interaccion entre objetos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Cada diagrama incluye explicacion sencilla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de que es y para que sirve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Laboratorio SQA - PizzaWeb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Sistema: Aplicacion web para ordenar pizzas en linea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Funcionalidades principales: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Consulta del menu (pizzas, tamanos, precios)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Creacion de pedidos (carrito, cantidades, confirmacion)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Gestion de pedidos (estados, ventas por fecha)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Problema de calidad: calculo incorrecto del total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(ej: 2 pizzas de Q50 + bebida Q10 = Q100 en vez de Q110)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Herramientas SQA seleccionadas: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Selenium (pruebas funcionales)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Jira (gestion de defectos)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GitHub Actions (CI/CD)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SonarQube (calidad del codigo)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Proceso SQA - Flujo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1. Revision de requisitos (verificar claridad y completitud)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2. Desarrollo y revision de codigo (code review)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3. Ejecucion de pruebas (funcionales, integracion, rendimiento)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4. Si falla: identificar defecto -&gt; registrar en Jira -&gt; corregir -&gt; re-probar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5. Si pasa: verificacion de seguridad (OWASP ZAP) + analisis (SonarQube)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6. Aprobacion y despliegue (GitHub Actions -&gt; produccion)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Integracion de herramientas: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Selenium detecta error -&gt; Jira registra -&gt; Dev corrige -&gt;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GitHub Actions re-ejecuta -&gt; SonarQube verifica -&gt; Deploy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Despliegue en AWS EC2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Servidor: EC2 t3.micro, Amazon Linux 2023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Stack: Apache 2.4 + PHP 8.5 + MariaDB 10.5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Proceso de despliegue: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1. Crear instancia EC2 + Security Group (puertos 22, 80)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2. Conectar por SSH con clave .pem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3. Instalar Apache, PHP, MariaDB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4. Clonar repositorio desde GitHub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5. Importar base de datos (ClinicaDB_actual.sql)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6. Configurar database.php (farmacia_app)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7. Ajustar permisos y reiniciar Apache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Actualizacion: script automatizado (backup + reemplazo + reinicio)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URL: http://44.212.210.226/clinica/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Integracion con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Repositorio: github.com/ndm2025/proyecto-cenam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Rama principal: main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Flujo de trabajo: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git add . -&gt; git commit -m 'mensaje' -&gt; git push origin main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Convencion de commits: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feat: nueva funcionalidad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fix: correccion de bug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docs: documentacion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chore: mantenimiento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Para que se usa GitHub: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Guardar codigo de forma segura en la nube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Mantener historial de cambios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Colaborar con otros desarrolladores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Recuperar versiones anteriores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Desplegar automaticamente en el servidor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Documentos creados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Explicacion_Programa_CENAM.docx - Explicacion general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Explicacion_Tecnica_Programacion.docx - Explicacion tecnica con codigo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Analisis_Excel_TABLAS_W44.docx - Analisis tecnico del Excel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Analisis_Excel_SIMPLE.docx - Explicacion sencilla del proceso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Capitulo4_Proceso_Requerimientos_v3.docx - Secciones 4.2 y 4.3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Capitulo5_Diagramas_UML.docx - 8 diagramas UML con explicaciones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Analisis_Programa_CENAM_UML.docx - Analisis con 9 diagramas UML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Laboratorio3_SQA_PizzaWeb.docx - Laboratorio SQA con diagrama de flujo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Dialogos_Exposicion.docx - Dialogos para exposicion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