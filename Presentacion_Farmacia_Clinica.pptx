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Sistema de Farmacia y Clinica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FFFFFF"/>
                </a:solidFill>
              </a:rPr>
              <a:t>Gestion de inventario, compras, ventas y atencion medica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  Descripcion general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Sistema web de gestion de farmacia y clinica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Desarrollado en PHP 8.2 + MariaDB + Apache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Desplegado en AWS EC2 (Amazon Linux 2023)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Modulos: Inventario, Compras, Ventas, Pacientes, Citas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Consultas, Usuarios, Permisos, Proveedores, Reportes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Seguridad: PDO prepared statements, bcrypt, sesiones versionadas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URL: http://44.212.210.226/clinica/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Login: admin / admin123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  Modulos del sistema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Inventario: medicamentos, lotes, kardex, alertas de vencimiento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Compras: registro, anulacion, correccion, proveedores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Ventas: punto de venta, historial, devoluciones, anulaciones, comprobantes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Clinica: pacientes, citas, consultas medicas, recetas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Usuarios: CRUD, roles, permisos granulares, auditoria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Reportes: inventario, ventas, kardex, usuarios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  Base de datos (30 tablas)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Autenticacion: Usuarios, Roles, Permisos, RolPermisos, UsuarioPermisos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Inventario: Medicamentos, PresentacionesProducto, LotesMedicamentos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Movimientos: MovimientosLote, HistorialEstadoLote, CorreccionesLotes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Compras: Compras, CompraDetalle, Proveedores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Ventas: Ventas, VentaDetalle, VentaLotes, DevolucionesVenta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Clinica: Pacientes, Citas, EstadosCita, ConsultasMedicas, Recetas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Auditoria: AuditoriaFarmacia, HistorialUsuarios, MigracionesFarmacia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  Seguridad y autenticacion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Autenticacion: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PDO con prepared statements (prevencion SQL injection)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password_hash/password_verify (bcrypt/argon2id)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Validacion de sesion contra BD (Activo, RolActivo, SesionVersion)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Sesiones versionadas: cambiar password invalida sesiones anteriores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Permisos granulares: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Permisos por rol (RolPermisos) y por usuario (UsuarioPermisos)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Cache de permisos en memoria de la solicitud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Fallback por rol tradicional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Proteccion de datos: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Exportacion CSV con proteccion contra formulas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Claves de operacion y bloqueos contra reenvios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Auditoria de todas las acciones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  Caracteristicas destacadas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Kardex completo: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Consulta por producto, lote y fechas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Saldo inicial y final del periodo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Identifica ventas, devoluciones y anulaciones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Ventas con devoluciones parciales: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Reintegro proporcional (distribucion por importe neto)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Unidades retornan a lotes originales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Estados: Vigente, Parcial, Devuelta, Anulada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Inventario avanzado: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Unidades fisicas, disponibles, bloqueadas, vencidas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Alertas de vencimiento (solo lotes con unidades fisicas)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Exportacion CSV con todos los resultados filtrados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  Flujo del sistema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Login -&gt; Dashboard -&gt; Modulos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Inventario: medicamentos, lotes, alertas, kardex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Compras: registrar, anular, corregir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Ventas: punto de venta, historial, devoluciones, anulaciones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Pacientes -&gt; Citas -&gt; Consultas -&gt; Recetas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Usuarios: CRUD, permisos, estados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Proveedores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Reportes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Flujo de venta: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1. Buscar producto por codigo o nombre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2. Seleccionar presentacion y cantidad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3. Agregar al carrito (validacion de existencias)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4. Cobro en efectivo (validacion de precios en servidor)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5. Registro de venta en transaccion (salida por vencimiento)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6. Generacion de comprobante interno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  Despliegue en AWS EC2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Servidor: EC2 t3.micro, Amazon Linux 2023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Stack: Apache 2.4 + PHP 8.5 + MariaDB 10.5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URL: http://44.212.210.226/clinica/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Login: admin / admin123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Base de datos: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ClinicaDB con 30 tablas (PascalCase)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Usuario: farmacia_app / FarmaciaApp2024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lower_case_table_names=0 (case-sensitive)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Actualizacion: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Script automatizado (backup + reemplazo + reinicio)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Comando: sudo /usr/local/bin/actualizar_clinica.sh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  Tecnologias utilizadas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Lenguaje: PHP 8.2+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Base de datos: MariaDB 10.5 / MySQL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Servidor web: Apache 2.4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Frontend: HTML, CSS, Bootstrap, JavaScript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Despliegue: AWS EC2 (Amazon Linux 2023)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Estructura del proyecto: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- 104 archivos PHP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- 20 carpetas de modulos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- 30 tablas de base de datos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- 6 migraciones SQL + actualizador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  Problemas y areas de mejora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Sin framework MVC: codigo procedural mezclado con presentacion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Sin pruebas automatizadas: no hay tests unitarios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Dependencia de XAMPP en desarrollo: rutas hardcodeadas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Sin HTTPS: el despliegue usa HTTP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Sin CI/CD: despliegue manual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Archivos .sql expuestos en carpeta db/ accesible por web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Mejoras sugeridas: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Separar logica de presentacion (MVC)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Agregar HTTPS con Let's Encrypt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Proteger carpeta db/ con .htaccess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Agregar pruebas automatizadas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  - Configurar CI/CD con GitHub Actions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Gracias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FFFFFF"/>
                </a:solidFill>
              </a:rPr>
              <a:t>Â¿Preguntas?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